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40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3D211-6A81-9ACE-51F5-140C8E146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1CCE8-2F1C-32AB-86FC-7E98945488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A6904-ADBE-6C16-1F53-22243A7F0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61840E-1965-7E11-6995-6CD449ACE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593B5-4A67-1971-5310-E9D58393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6298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E4985-E409-BC7A-981D-9509CD1F6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F4EDA-90E3-2073-F7C3-CD50ABA43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A1782-A7CF-A146-C6F8-3730ACF74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5556C-C8BA-5687-C7DF-0BF6CE72C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40EFA-4C99-4E73-8597-5109677FA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0745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5C3B4-3912-9821-E132-7BE7BECEE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7EBD0-1E04-A062-3B97-FD8B5422E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5686E-478A-9A20-D21A-E67C9497D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C4AE0-DE80-4F83-B72A-A0CB70E81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0AA52-2F0D-D3DB-3381-852906935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6659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55A19-DC3D-A622-0984-811EB1B31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93476-2BA6-1D41-E497-FA33508E9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8626AA-24A4-8648-BC1C-1F1BA5EC7C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26255C-09B6-3AA1-8728-EECFEF82E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EC1E9B-7FAA-446A-8A5D-B01AE8EFB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1E3110-5B3E-B236-E0F6-36FCCC4C6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11593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2B7E8-61C2-1635-48B9-725CA334D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86E5CB-CA27-2375-F22D-6A0CEC3FA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94A687-B7EB-F341-384C-846C097BC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43FFFB-AE14-6CAF-3A9C-A5E52E2F5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3E706D-2F18-8229-20E0-840FF0D51E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4FD51B-1D96-B110-93E9-4FB4E7CFD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D160FE-CD2F-2B1F-1384-249147A74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B93AD2-729E-3E09-8E11-9F1761E2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9600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12F24-ACC1-268B-1D6A-13B23B014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265C02-50FE-D7CD-3B16-8C0C50943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96CA9F-DFD1-00C2-C4F6-CF3955AD1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B07114-0F74-3F52-BE54-277A3AC77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69348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329AA6-DBD5-3DA6-9C60-204242F62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ABBF6C-573F-1B7C-DD8F-1E3C3F0B3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8ACCD-B83F-BF50-18F7-F05B65F05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0863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221FE-D401-C729-5A6A-742174DAE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5E0FC-9BFD-102E-293F-B771F59EC8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80778E-3ECA-FD83-E45E-1DD096D214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75129-A68B-0DB0-206D-B38844D8E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A63C3-2C3E-7CE0-F28F-7E3822FE0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0A7DCB-F435-B43B-1078-B765EC5B4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88057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7F85A-9D56-2AD2-4757-21AA527D6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A881F4-B4FD-6368-3C99-9F14C00829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B50627-C661-7177-4681-39B7835D33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DBB9D-165A-427F-719C-02CD6C765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8F3F8F-42DA-4F91-DD1C-969282872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A703F-A914-CAE8-4D12-F5DFFD2EC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86696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A7EC1-FE56-3FA8-8753-6A11F116C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BD7F66-AC6F-818A-5FF6-26CF2C5F9E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F9E2D-F890-D762-03BD-862B57D03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9F018-E988-72A7-75CB-F010B06F8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5A955-89AE-14CE-4308-67E7935CD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7274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C9C3F-CE81-9E47-EBE1-FB4C473EA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FDF9A8-C746-C56E-B26A-7D9708BC72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D8415-058A-127D-CFFB-29536FCDB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9644F-D288-805A-1057-4DA78A013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00EA9-D3BC-FDC8-4342-D8F591C8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41611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C5A237-BF56-A57B-645C-CCE65827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5B907-D572-5052-1F2A-A2538B279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89920-7DBE-50E0-CC34-523824C2D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31558-3E01-439E-B6E2-7853B2E97E21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AB7D3-C173-87D9-737C-947EE122B6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6DA9E3-E46A-5C40-FC15-94F44850F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1661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408903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4041061" y="1487131"/>
            <a:ext cx="669819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A7DBA7-1C8E-1277-B21A-295B2BF3A4E4}"/>
              </a:ext>
            </a:extLst>
          </p:cNvPr>
          <p:cNvSpPr/>
          <p:nvPr/>
        </p:nvSpPr>
        <p:spPr>
          <a:xfrm>
            <a:off x="6400803" y="1632155"/>
            <a:ext cx="92914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768646" y="2998839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911283" y="2858731"/>
            <a:ext cx="136422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0" y="1447800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1430597" y="2915266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E5473DE-6B16-9DD1-C107-558517EF26D8}"/>
              </a:ext>
            </a:extLst>
          </p:cNvPr>
          <p:cNvSpPr/>
          <p:nvPr/>
        </p:nvSpPr>
        <p:spPr>
          <a:xfrm>
            <a:off x="7497100" y="1622323"/>
            <a:ext cx="92914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Index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7BFFAB9-075E-CEEE-81DF-E3C0EF4A7A6A}"/>
              </a:ext>
            </a:extLst>
          </p:cNvPr>
          <p:cNvSpPr/>
          <p:nvPr/>
        </p:nvSpPr>
        <p:spPr>
          <a:xfrm>
            <a:off x="2703879" y="1487131"/>
            <a:ext cx="796409" cy="161986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C83CAE1-9ED2-50EE-1550-D6F02FA2158D}"/>
              </a:ext>
            </a:extLst>
          </p:cNvPr>
          <p:cNvSpPr/>
          <p:nvPr/>
        </p:nvSpPr>
        <p:spPr>
          <a:xfrm>
            <a:off x="2674379" y="3298724"/>
            <a:ext cx="796409" cy="161986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A16AFD9-04ED-A34B-00B1-A9D3CE09B922}"/>
              </a:ext>
            </a:extLst>
          </p:cNvPr>
          <p:cNvSpPr/>
          <p:nvPr/>
        </p:nvSpPr>
        <p:spPr>
          <a:xfrm>
            <a:off x="3088560" y="2689124"/>
            <a:ext cx="1149143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006278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26</Words>
  <Application>Microsoft Office PowerPoint</Application>
  <PresentationFormat>Widescreen</PresentationFormat>
  <Paragraphs>51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Feeney, Michael</dc:creator>
  <cp:lastModifiedBy>Feeney, Michael</cp:lastModifiedBy>
  <cp:revision>1</cp:revision>
  <dcterms:created xsi:type="dcterms:W3CDTF">2026-05-13T19:17:02Z</dcterms:created>
  <dcterms:modified xsi:type="dcterms:W3CDTF">2026-05-13T23:40:12Z</dcterms:modified>
</cp:coreProperties>
</file>