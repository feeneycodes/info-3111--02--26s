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D211-6A81-9ACE-51F5-140C8E146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1CCE8-2F1C-32AB-86FC-7E9894548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A6904-ADBE-6C16-1F53-22243A7F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1840E-1965-7E11-6995-6CD449AC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93B5-4A67-1971-5310-E9D58393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629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4985-E409-BC7A-981D-9509CD1F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4EDA-90E3-2073-F7C3-CD50ABA43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1782-A7CF-A146-C6F8-3730ACF7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5556C-C8BA-5687-C7DF-0BF6CE72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40EFA-4C99-4E73-8597-5109677F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074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C3B4-3912-9821-E132-7BE7BECE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EBD0-1E04-A062-3B97-FD8B5422E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686E-478A-9A20-D21A-E67C9497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4AE0-DE80-4F83-B72A-A0CB70E8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AA52-2F0D-D3DB-3381-85290693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665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5A19-DC3D-A622-0984-811EB1B3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3476-2BA6-1D41-E497-FA33508E9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626AA-24A4-8648-BC1C-1F1BA5EC7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6255C-09B6-3AA1-8728-EECFEF82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C1E9B-7FAA-446A-8A5D-B01AE8EF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E3110-5B3E-B236-E0F6-36FCCC4C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59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B7E8-61C2-1635-48B9-725CA334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6E5CB-CA27-2375-F22D-6A0CEC3FA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4A687-B7EB-F341-384C-846C097BC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3FFFB-AE14-6CAF-3A9C-A5E52E2F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E706D-2F18-8229-20E0-840FF0D51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FD51B-1D96-B110-93E9-4FB4E7CF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160FE-CD2F-2B1F-1384-249147A7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3AD2-729E-3E09-8E11-9F1761E2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960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2F24-ACC1-268B-1D6A-13B23B01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65C02-50FE-D7CD-3B16-8C0C5094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6CA9F-DFD1-00C2-C4F6-CF3955AD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07114-0F74-3F52-BE54-277A3AC7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934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29AA6-DBD5-3DA6-9C60-204242F6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BBF6C-573F-1B7C-DD8F-1E3C3F0B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8ACCD-B83F-BF50-18F7-F05B65F0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6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21FE-D401-C729-5A6A-742174DA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E0FC-9BFD-102E-293F-B771F59EC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0778E-3ECA-FD83-E45E-1DD096D21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75129-A68B-0DB0-206D-B38844D8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A63C3-2C3E-7CE0-F28F-7E3822FE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A7DCB-F435-B43B-1078-B765EC5B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805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F85A-9D56-2AD2-4757-21AA527D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881F4-B4FD-6368-3C99-9F14C0082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50627-C661-7177-4681-39B7835D3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DBB9D-165A-427F-719C-02CD6C76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F3F8F-42DA-4F91-DD1C-96928287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A703F-A914-CAE8-4D12-F5DFFD2E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669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7EC1-FE56-3FA8-8753-6A11F116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D7F66-AC6F-818A-5FF6-26CF2C5F9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9E2D-F890-D762-03BD-862B57D0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F018-E988-72A7-75CB-F010B06F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A955-89AE-14CE-4308-67E7935C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727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C9C3F-CE81-9E47-EBE1-FB4C473EA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DF9A8-C746-C56E-B26A-7D9708BC7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8415-058A-127D-CFFB-29536FCD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9644F-D288-805A-1057-4DA78A01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0EA9-D3BC-FDC8-4342-D8F591C8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16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5A237-BF56-A57B-645C-CCE65827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5B907-D572-5052-1F2A-A2538B279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9920-7DBE-50E0-CC34-523824C2D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31558-3E01-439E-B6E2-7853B2E97E21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B7D3-C173-87D9-737C-947EE122B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A9E3-E46A-5C40-FC15-94F44850F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166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408903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3165378" y="1487131"/>
            <a:ext cx="669819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7DBA7-1C8E-1277-B21A-295B2BF3A4E4}"/>
              </a:ext>
            </a:extLst>
          </p:cNvPr>
          <p:cNvSpPr/>
          <p:nvPr/>
        </p:nvSpPr>
        <p:spPr>
          <a:xfrm>
            <a:off x="6400803" y="1632155"/>
            <a:ext cx="929146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100667" y="2998839"/>
            <a:ext cx="216739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492181" y="2858731"/>
            <a:ext cx="178333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0" y="1447800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1430597" y="2915266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62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756715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4080392" y="1447800"/>
            <a:ext cx="669819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7DBA7-1C8E-1277-B21A-295B2BF3A4E4}"/>
              </a:ext>
            </a:extLst>
          </p:cNvPr>
          <p:cNvSpPr/>
          <p:nvPr/>
        </p:nvSpPr>
        <p:spPr>
          <a:xfrm>
            <a:off x="7027611" y="1447800"/>
            <a:ext cx="929146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823339" y="2885769"/>
            <a:ext cx="2014381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911283" y="2858731"/>
            <a:ext cx="136422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0" y="1447800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1430597" y="2915266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BFFAB9-075E-CEEE-81DF-E3C0EF4A7A6A}"/>
              </a:ext>
            </a:extLst>
          </p:cNvPr>
          <p:cNvSpPr/>
          <p:nvPr/>
        </p:nvSpPr>
        <p:spPr>
          <a:xfrm>
            <a:off x="2703879" y="1487131"/>
            <a:ext cx="796409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83CAE1-9ED2-50EE-1550-D6F02FA2158D}"/>
              </a:ext>
            </a:extLst>
          </p:cNvPr>
          <p:cNvSpPr/>
          <p:nvPr/>
        </p:nvSpPr>
        <p:spPr>
          <a:xfrm>
            <a:off x="2674379" y="3495369"/>
            <a:ext cx="796409" cy="16198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A16AFD9-04ED-A34B-00B1-A9D3CE09B922}"/>
              </a:ext>
            </a:extLst>
          </p:cNvPr>
          <p:cNvSpPr/>
          <p:nvPr/>
        </p:nvSpPr>
        <p:spPr>
          <a:xfrm>
            <a:off x="3244652" y="2689124"/>
            <a:ext cx="849259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490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408903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7DBA7-1C8E-1277-B21A-295B2BF3A4E4}"/>
              </a:ext>
            </a:extLst>
          </p:cNvPr>
          <p:cNvSpPr/>
          <p:nvPr/>
        </p:nvSpPr>
        <p:spPr>
          <a:xfrm>
            <a:off x="6236115" y="1622323"/>
            <a:ext cx="929146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3785424" y="2689124"/>
            <a:ext cx="2487559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993626" y="2664543"/>
            <a:ext cx="1194623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29490" y="585022"/>
            <a:ext cx="1779638" cy="25219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1334726" y="1388807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473DE-6B16-9DD1-C107-558517EF26D8}"/>
              </a:ext>
            </a:extLst>
          </p:cNvPr>
          <p:cNvSpPr/>
          <p:nvPr/>
        </p:nvSpPr>
        <p:spPr>
          <a:xfrm>
            <a:off x="7359449" y="1639531"/>
            <a:ext cx="929146" cy="3962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Index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77F629-9FE4-9D27-A91B-F9E1EC7F6099}"/>
              </a:ext>
            </a:extLst>
          </p:cNvPr>
          <p:cNvSpPr/>
          <p:nvPr/>
        </p:nvSpPr>
        <p:spPr>
          <a:xfrm>
            <a:off x="2841524" y="688262"/>
            <a:ext cx="796409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B9E140-32E1-9B41-9751-D0771A89CD48}"/>
              </a:ext>
            </a:extLst>
          </p:cNvPr>
          <p:cNvSpPr/>
          <p:nvPr/>
        </p:nvSpPr>
        <p:spPr>
          <a:xfrm>
            <a:off x="2841524" y="2370804"/>
            <a:ext cx="796409" cy="16198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</p:spTree>
    <p:extLst>
      <p:ext uri="{BB962C8B-B14F-4D97-AF65-F5344CB8AC3E}">
        <p14:creationId xmlns:p14="http://schemas.microsoft.com/office/powerpoint/2010/main" val="125037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408903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7DBA7-1C8E-1277-B21A-295B2BF3A4E4}"/>
              </a:ext>
            </a:extLst>
          </p:cNvPr>
          <p:cNvSpPr/>
          <p:nvPr/>
        </p:nvSpPr>
        <p:spPr>
          <a:xfrm>
            <a:off x="6255777" y="565358"/>
            <a:ext cx="929146" cy="2863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3785424" y="2689124"/>
            <a:ext cx="2487559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29490" y="585022"/>
            <a:ext cx="1779638" cy="25219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1334726" y="1388807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473DE-6B16-9DD1-C107-558517EF26D8}"/>
              </a:ext>
            </a:extLst>
          </p:cNvPr>
          <p:cNvSpPr/>
          <p:nvPr/>
        </p:nvSpPr>
        <p:spPr>
          <a:xfrm>
            <a:off x="7280789" y="528480"/>
            <a:ext cx="929146" cy="28636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Index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77F629-9FE4-9D27-A91B-F9E1EC7F6099}"/>
              </a:ext>
            </a:extLst>
          </p:cNvPr>
          <p:cNvSpPr/>
          <p:nvPr/>
        </p:nvSpPr>
        <p:spPr>
          <a:xfrm>
            <a:off x="2841524" y="650774"/>
            <a:ext cx="796409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B9E140-32E1-9B41-9751-D0771A89CD48}"/>
              </a:ext>
            </a:extLst>
          </p:cNvPr>
          <p:cNvSpPr/>
          <p:nvPr/>
        </p:nvSpPr>
        <p:spPr>
          <a:xfrm>
            <a:off x="2841524" y="2370804"/>
            <a:ext cx="796409" cy="16198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9B5C8F-E21B-CF70-3B52-020E555FD3B9}"/>
              </a:ext>
            </a:extLst>
          </p:cNvPr>
          <p:cNvSpPr/>
          <p:nvPr/>
        </p:nvSpPr>
        <p:spPr>
          <a:xfrm>
            <a:off x="55311" y="3760837"/>
            <a:ext cx="1779638" cy="25219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4FC7869-B38F-8023-E9D2-9050913C2D0E}"/>
              </a:ext>
            </a:extLst>
          </p:cNvPr>
          <p:cNvSpPr/>
          <p:nvPr/>
        </p:nvSpPr>
        <p:spPr>
          <a:xfrm>
            <a:off x="1877964" y="4490881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8A80E-13D5-D318-A9F4-0B9525BBA229}"/>
              </a:ext>
            </a:extLst>
          </p:cNvPr>
          <p:cNvSpPr/>
          <p:nvPr/>
        </p:nvSpPr>
        <p:spPr>
          <a:xfrm>
            <a:off x="3384762" y="3790336"/>
            <a:ext cx="796409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56A57-602C-785F-14BA-FC54D84DCA31}"/>
              </a:ext>
            </a:extLst>
          </p:cNvPr>
          <p:cNvSpPr/>
          <p:nvPr/>
        </p:nvSpPr>
        <p:spPr>
          <a:xfrm>
            <a:off x="3384762" y="5472878"/>
            <a:ext cx="796409" cy="16198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7B0D35-8CE0-1530-913C-15AF322CD2AE}"/>
              </a:ext>
            </a:extLst>
          </p:cNvPr>
          <p:cNvSpPr/>
          <p:nvPr/>
        </p:nvSpPr>
        <p:spPr>
          <a:xfrm>
            <a:off x="6271754" y="3591239"/>
            <a:ext cx="929146" cy="2863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75043D-951D-EFE6-E3AA-5E2A18D15E8E}"/>
              </a:ext>
            </a:extLst>
          </p:cNvPr>
          <p:cNvSpPr/>
          <p:nvPr/>
        </p:nvSpPr>
        <p:spPr>
          <a:xfrm>
            <a:off x="7296766" y="3554361"/>
            <a:ext cx="929146" cy="28636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Index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831390" y="1814053"/>
            <a:ext cx="1194623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1FE970-6267-F244-17E0-4D3A7A538603}"/>
              </a:ext>
            </a:extLst>
          </p:cNvPr>
          <p:cNvSpPr/>
          <p:nvPr/>
        </p:nvSpPr>
        <p:spPr>
          <a:xfrm>
            <a:off x="3782966" y="637868"/>
            <a:ext cx="796409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</a:t>
            </a:r>
          </a:p>
        </p:txBody>
      </p:sp>
    </p:spTree>
    <p:extLst>
      <p:ext uri="{BB962C8B-B14F-4D97-AF65-F5344CB8AC3E}">
        <p14:creationId xmlns:p14="http://schemas.microsoft.com/office/powerpoint/2010/main" val="118142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185220" y="39336"/>
            <a:ext cx="347078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6130413" y="56553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7DBA7-1C8E-1277-B21A-295B2BF3A4E4}"/>
              </a:ext>
            </a:extLst>
          </p:cNvPr>
          <p:cNvSpPr/>
          <p:nvPr/>
        </p:nvSpPr>
        <p:spPr>
          <a:xfrm>
            <a:off x="6700699" y="557983"/>
            <a:ext cx="929146" cy="2863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3293805" y="1607579"/>
            <a:ext cx="128248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899423" y="1568249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371371" y="2217179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371371" y="3244650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0" y="913170"/>
            <a:ext cx="1337194" cy="19861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1123938" y="1496959"/>
            <a:ext cx="1337194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473DE-6B16-9DD1-C107-558517EF26D8}"/>
              </a:ext>
            </a:extLst>
          </p:cNvPr>
          <p:cNvSpPr/>
          <p:nvPr/>
        </p:nvSpPr>
        <p:spPr>
          <a:xfrm>
            <a:off x="7734303" y="548135"/>
            <a:ext cx="929146" cy="28636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Index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77F629-9FE4-9D27-A91B-F9E1EC7F6099}"/>
              </a:ext>
            </a:extLst>
          </p:cNvPr>
          <p:cNvSpPr/>
          <p:nvPr/>
        </p:nvSpPr>
        <p:spPr>
          <a:xfrm>
            <a:off x="2304745" y="1206915"/>
            <a:ext cx="951266" cy="16198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Verts in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7B0D35-8CE0-1530-913C-15AF322CD2AE}"/>
              </a:ext>
            </a:extLst>
          </p:cNvPr>
          <p:cNvSpPr/>
          <p:nvPr/>
        </p:nvSpPr>
        <p:spPr>
          <a:xfrm>
            <a:off x="6617112" y="3537165"/>
            <a:ext cx="929146" cy="2863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75043D-951D-EFE6-E3AA-5E2A18D15E8E}"/>
              </a:ext>
            </a:extLst>
          </p:cNvPr>
          <p:cNvSpPr/>
          <p:nvPr/>
        </p:nvSpPr>
        <p:spPr>
          <a:xfrm>
            <a:off x="7642124" y="3500287"/>
            <a:ext cx="929146" cy="28636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Index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8018207" y="2498626"/>
            <a:ext cx="147085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Element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1FE970-6267-F244-17E0-4D3A7A538603}"/>
              </a:ext>
            </a:extLst>
          </p:cNvPr>
          <p:cNvSpPr/>
          <p:nvPr/>
        </p:nvSpPr>
        <p:spPr>
          <a:xfrm>
            <a:off x="4602726" y="1096295"/>
            <a:ext cx="967244" cy="16198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Verts for shader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BDA74ED-B55F-4278-6F56-9A8927816E44}"/>
              </a:ext>
            </a:extLst>
          </p:cNvPr>
          <p:cNvSpPr/>
          <p:nvPr/>
        </p:nvSpPr>
        <p:spPr>
          <a:xfrm>
            <a:off x="5444615" y="1304001"/>
            <a:ext cx="1194623" cy="121920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F2260F-AF25-02DA-6C74-6534CA9A5C31}"/>
              </a:ext>
            </a:extLst>
          </p:cNvPr>
          <p:cNvSpPr/>
          <p:nvPr/>
        </p:nvSpPr>
        <p:spPr>
          <a:xfrm>
            <a:off x="2279859" y="2950920"/>
            <a:ext cx="796409" cy="161986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D0AC423-548D-49E6-0BA5-8835D23840A3}"/>
              </a:ext>
            </a:extLst>
          </p:cNvPr>
          <p:cNvSpPr/>
          <p:nvPr/>
        </p:nvSpPr>
        <p:spPr>
          <a:xfrm>
            <a:off x="1160200" y="2851364"/>
            <a:ext cx="1337194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F9A33C-CD3B-3F77-C781-1FEBC71F0BAA}"/>
              </a:ext>
            </a:extLst>
          </p:cNvPr>
          <p:cNvSpPr/>
          <p:nvPr/>
        </p:nvSpPr>
        <p:spPr>
          <a:xfrm>
            <a:off x="4817198" y="2923865"/>
            <a:ext cx="796409" cy="16198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dk1"/>
                </a:solidFill>
              </a:rPr>
              <a:t>Faces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6C8DA64-9949-999A-50FD-FF8A8D9DC974}"/>
              </a:ext>
            </a:extLst>
          </p:cNvPr>
          <p:cNvSpPr/>
          <p:nvPr/>
        </p:nvSpPr>
        <p:spPr>
          <a:xfrm>
            <a:off x="3450829" y="3124197"/>
            <a:ext cx="128248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6E0A935-6A54-E73D-83B7-3E020F6415E0}"/>
              </a:ext>
            </a:extLst>
          </p:cNvPr>
          <p:cNvSpPr/>
          <p:nvPr/>
        </p:nvSpPr>
        <p:spPr>
          <a:xfrm rot="20419079">
            <a:off x="5507452" y="2478819"/>
            <a:ext cx="2482109" cy="121920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122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140</Words>
  <Application>Microsoft Office PowerPoint</Application>
  <PresentationFormat>Widescreen</PresentationFormat>
  <Paragraphs>261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Feeney, Michael</dc:creator>
  <cp:lastModifiedBy>Feeney, Michael</cp:lastModifiedBy>
  <cp:revision>2</cp:revision>
  <dcterms:created xsi:type="dcterms:W3CDTF">2026-05-13T19:17:02Z</dcterms:created>
  <dcterms:modified xsi:type="dcterms:W3CDTF">2026-05-21T00:51:27Z</dcterms:modified>
</cp:coreProperties>
</file>